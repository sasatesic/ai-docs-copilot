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Pydantic Documentation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 Validation using Python Type Hints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Pydantic?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Type Hints: Uses standard Python type hints.</a:t>
            </a:r>
          </a:p>
          <a:p>
            <a:r>
              <a:t>2. Speed: Core validation logic is written in Rust (pydantic-core).</a:t>
            </a:r>
          </a:p>
          <a:p>
            <a:r>
              <a:t>3. JSON Schema: Pydantic models can emit JSON Schema automatically.</a:t>
            </a:r>
          </a:p>
          <a:p>
            <a:r>
              <a:t>4. Ecosystem: Heavily used by FastAPI, LangChain, and other modern frameworks.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